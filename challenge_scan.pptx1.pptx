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012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508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508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508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508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508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508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508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508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508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508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508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157216"/>
            <a:ext cx="9144000" cy="0"/>
          </a:xfrm>
          <a:prstGeom prst="line">
            <a:avLst/>
          </a:prstGeom>
          <a:noFill/>
          <a:ln w="508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./challenge_scan.sh --target=192.168.88.128 --mode=stealth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" y="12344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 RÉSEAU SANS PING</a:t>
            </a:r>
            <a:endParaRPr lang="en-US" sz="4400" dirty="0"/>
          </a:p>
        </p:txBody>
      </p:sp>
      <p:sp>
        <p:nvSpPr>
          <p:cNvPr id="46" name="Text 44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Cybersécurité – Découverte d'Hôte Furtive avec Nmap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14400" y="3246649"/>
            <a:ext cx="7315200" cy="1005840"/>
          </a:xfrm>
          <a:prstGeom prst="rect">
            <a:avLst/>
          </a:prstGeom>
          <a:solidFill>
            <a:srgbClr val="10102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34564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Réalisé par :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Haye Fall</a:t>
            </a:r>
            <a:r>
              <a:rPr lang="en-US" sz="12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Classe : </a:t>
            </a:r>
            <a:r>
              <a:rPr lang="en-US" sz="1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LICC2</a:t>
            </a:r>
            <a:r>
              <a:rPr lang="en-US" sz="12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Professeur :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 Cissé</a:t>
            </a:r>
            <a:r>
              <a:rPr lang="en-US" sz="12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École : </a:t>
            </a:r>
            <a:r>
              <a:rPr lang="en-US" sz="12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BEM.TECH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4400" y="3913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[ 2026-04-29 ]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1A1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634" y="65555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SOMMAIRE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1304075"/>
            <a:ext cx="402336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1325880"/>
            <a:ext cx="54864" cy="7132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6363" y="15453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508760" y="14447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Challenge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65760" y="2176272"/>
            <a:ext cx="402336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65760" y="2176272"/>
            <a:ext cx="54864" cy="71323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71500" y="2410499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1508760" y="22951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 l'environnement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368924" y="3004859"/>
            <a:ext cx="402336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FF404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65760" y="3026664"/>
            <a:ext cx="54864" cy="713232"/>
          </a:xfrm>
          <a:prstGeom prst="rect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57783" y="325104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42" name="Text 37"/>
          <p:cNvSpPr/>
          <p:nvPr/>
        </p:nvSpPr>
        <p:spPr>
          <a:xfrm>
            <a:off x="1508760" y="31455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du ping (ICMP)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365760" y="3877056"/>
            <a:ext cx="402336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365760" y="3877056"/>
            <a:ext cx="54864" cy="7132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26363" y="407822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47" name="Text 41"/>
          <p:cNvSpPr/>
          <p:nvPr/>
        </p:nvSpPr>
        <p:spPr>
          <a:xfrm>
            <a:off x="1508760" y="39959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du serveur web</a:t>
            </a:r>
            <a:endParaRPr lang="en-US" sz="1300" dirty="0"/>
          </a:p>
        </p:txBody>
      </p:sp>
      <p:sp>
        <p:nvSpPr>
          <p:cNvPr id="48" name="Shape 42"/>
          <p:cNvSpPr/>
          <p:nvPr/>
        </p:nvSpPr>
        <p:spPr>
          <a:xfrm>
            <a:off x="4754880" y="1325880"/>
            <a:ext cx="402336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4754880" y="1325880"/>
            <a:ext cx="54864" cy="71323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4946904" y="15361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52" name="Text 45"/>
          <p:cNvSpPr/>
          <p:nvPr/>
        </p:nvSpPr>
        <p:spPr>
          <a:xfrm>
            <a:off x="5897880" y="14447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réseau sans ping</a:t>
            </a:r>
            <a:endParaRPr lang="en-US" sz="1300" dirty="0"/>
          </a:p>
        </p:txBody>
      </p:sp>
      <p:sp>
        <p:nvSpPr>
          <p:cNvPr id="53" name="Shape 46"/>
          <p:cNvSpPr/>
          <p:nvPr/>
        </p:nvSpPr>
        <p:spPr>
          <a:xfrm>
            <a:off x="4754880" y="2176272"/>
            <a:ext cx="402336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4754880" y="2176272"/>
            <a:ext cx="54864" cy="7132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4985590" y="239572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57" name="Text 49"/>
          <p:cNvSpPr/>
          <p:nvPr/>
        </p:nvSpPr>
        <p:spPr>
          <a:xfrm>
            <a:off x="5897880" y="22951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Flag</a:t>
            </a:r>
            <a:endParaRPr lang="en-US" sz="1300" dirty="0"/>
          </a:p>
        </p:txBody>
      </p:sp>
      <p:sp>
        <p:nvSpPr>
          <p:cNvPr id="58" name="Shape 50"/>
          <p:cNvSpPr/>
          <p:nvPr/>
        </p:nvSpPr>
        <p:spPr>
          <a:xfrm>
            <a:off x="4809744" y="3026664"/>
            <a:ext cx="4023360" cy="713232"/>
          </a:xfrm>
          <a:prstGeom prst="rect">
            <a:avLst/>
          </a:prstGeom>
          <a:solidFill>
            <a:srgbClr val="141428"/>
          </a:solidFill>
          <a:ln w="12700">
            <a:solidFill>
              <a:srgbClr val="6A6A8A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4754880" y="3026664"/>
            <a:ext cx="54864" cy="713232"/>
          </a:xfrm>
          <a:prstGeom prst="rect">
            <a:avLst/>
          </a:prstGeom>
          <a:solidFill>
            <a:srgbClr val="6A6A8A"/>
          </a:solidFill>
          <a:ln w="12700">
            <a:solidFill>
              <a:srgbClr val="6A6A8A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5007747" y="327144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sp>
        <p:nvSpPr>
          <p:cNvPr id="62" name="Text 53"/>
          <p:cNvSpPr/>
          <p:nvPr/>
        </p:nvSpPr>
        <p:spPr>
          <a:xfrm>
            <a:off x="5897880" y="31455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utilisées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1A1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09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01 // OBJECTIF DU CHALLENGE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57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OBJECTIF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274320" y="1188720"/>
            <a:ext cx="5303520" cy="1005840"/>
          </a:xfrm>
          <a:prstGeom prst="rect">
            <a:avLst/>
          </a:prstGeom>
          <a:solidFill>
            <a:srgbClr val="141428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51560" y="12618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Retrouver le serveur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051560" y="16276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un serveur qui ne répond pas au ping ICMP sur le réseau local.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74320" y="2331720"/>
            <a:ext cx="5303520" cy="100584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051560" y="24048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réseau avancé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1051560" y="27706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Nmap avec l'option -Pn pour découvrir l'hôte sans requête ICMP.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274320" y="3474720"/>
            <a:ext cx="5303520" cy="1005840"/>
          </a:xfrm>
          <a:prstGeom prst="rect">
            <a:avLst/>
          </a:prstGeom>
          <a:solidFill>
            <a:srgbClr val="141428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1051560" y="35478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Trouver le FLAG</a:t>
            </a:r>
            <a:endParaRPr lang="en-US" sz="1500" dirty="0"/>
          </a:p>
        </p:txBody>
      </p:sp>
      <p:sp>
        <p:nvSpPr>
          <p:cNvPr id="39" name="Text 34"/>
          <p:cNvSpPr/>
          <p:nvPr/>
        </p:nvSpPr>
        <p:spPr>
          <a:xfrm>
            <a:off x="1051560" y="39136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 flag caché sur un port non standard (8081) d'un serveur web.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5852160" y="1097280"/>
            <a:ext cx="3017520" cy="3566160"/>
          </a:xfrm>
          <a:prstGeom prst="rect">
            <a:avLst/>
          </a:prstGeom>
          <a:solidFill>
            <a:srgbClr val="0A0A1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943600" y="1170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TOPOLOGIE RÉSEAU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6126480" y="1600200"/>
            <a:ext cx="2468880" cy="594360"/>
          </a:xfrm>
          <a:prstGeom prst="rect">
            <a:avLst/>
          </a:prstGeom>
          <a:solidFill>
            <a:srgbClr val="1A1A30"/>
          </a:solidFill>
          <a:ln w="15240">
            <a:solidFill>
              <a:srgbClr val="00FF41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172200" y="1691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🖥  Kali Linux (Attaquant)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6172200" y="1901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192.168.88.148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7360920" y="2212848"/>
            <a:ext cx="0" cy="731520"/>
          </a:xfrm>
          <a:prstGeom prst="line">
            <a:avLst/>
          </a:prstGeom>
          <a:noFill/>
          <a:ln w="19050">
            <a:solidFill>
              <a:srgbClr val="6A6A8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7223760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8A"/>
                </a:solidFill>
              </a:rPr>
              <a:t>▼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6126480" y="3063240"/>
            <a:ext cx="2468880" cy="594360"/>
          </a:xfrm>
          <a:prstGeom prst="rect">
            <a:avLst/>
          </a:prstGeom>
          <a:solidFill>
            <a:srgbClr val="1A1A30"/>
          </a:solidFill>
          <a:ln w="15240">
            <a:solidFill>
              <a:srgbClr val="FF4040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172200" y="3154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🖥  Ubuntu Server (Cible)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6172200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192.168.88.128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6172200" y="3794760"/>
            <a:ext cx="2377440" cy="457200"/>
          </a:xfrm>
          <a:prstGeom prst="rect">
            <a:avLst/>
          </a:prstGeom>
          <a:solidFill>
            <a:srgbClr val="161625"/>
          </a:solidFill>
          <a:ln w="10160">
            <a:solidFill>
              <a:srgbClr val="6A6A8A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17220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Réseau Interne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192.168.88.0/24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02 // PRÉPARATION DE L'ENVIRONNEMENT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ENVIRONNEMENT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365760" y="1179576"/>
            <a:ext cx="4114800" cy="2103120"/>
          </a:xfrm>
          <a:prstGeom prst="rect">
            <a:avLst/>
          </a:prstGeom>
          <a:solidFill>
            <a:srgbClr val="141428"/>
          </a:solidFill>
          <a:ln w="19050">
            <a:solidFill>
              <a:srgbClr val="00FF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1179576"/>
            <a:ext cx="4114800" cy="347472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sp>
      <p:sp>
        <p:nvSpPr>
          <p:cNvPr id="30" name="Text 28"/>
          <p:cNvSpPr/>
          <p:nvPr/>
        </p:nvSpPr>
        <p:spPr>
          <a:xfrm>
            <a:off x="457200" y="1170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 Linux – ATTAQUANT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192.168.88.148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8640" y="2103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virtuelle VMware utilisée pour lancer les attaques et scans réseau.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1143000"/>
            <a:ext cx="4114800" cy="2103120"/>
          </a:xfrm>
          <a:prstGeom prst="rect">
            <a:avLst/>
          </a:prstGeom>
          <a:solidFill>
            <a:srgbClr val="141428"/>
          </a:solidFill>
          <a:ln w="19050">
            <a:solidFill>
              <a:srgbClr val="FF4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35" name="Text 33"/>
          <p:cNvSpPr/>
          <p:nvPr/>
        </p:nvSpPr>
        <p:spPr>
          <a:xfrm>
            <a:off x="4846320" y="1170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 Server – CIBLE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192.168.88.128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937760" y="2103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Apache2 configuré sur port 8081, avec ICMP bloqué par iptables.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33909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 de ping initial – le serveur répond 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657600"/>
            <a:ext cx="8412480" cy="1115568"/>
          </a:xfrm>
          <a:prstGeom prst="rect">
            <a:avLst/>
          </a:prstGeom>
          <a:solidFill>
            <a:srgbClr val="0A0A0A"/>
          </a:solidFill>
          <a:ln w="15240">
            <a:solidFill>
              <a:srgbClr val="00FF41"/>
            </a:solidFill>
            <a:prstDash val="solid"/>
          </a:ln>
          <a:effectLst>
            <a:outerShdw blurRad="254000" dist="50800" dir="8100000" algn="bl" rotWithShape="0">
              <a:srgbClr val="00FF41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3657600"/>
            <a:ext cx="8412480" cy="292608"/>
          </a:xfrm>
          <a:prstGeom prst="rect">
            <a:avLst/>
          </a:prstGeom>
          <a:solidFill>
            <a:srgbClr val="1C1C1C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88720" y="369417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192.168.88.128</a:t>
            </a:r>
            <a:endParaRPr lang="en-US" sz="900" dirty="0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50208"/>
            <a:ext cx="8229600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03 // BLOCAGE DU PING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BLOCAGE ICMP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36576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Commande exécutée sur Ubuntu Server :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65760" y="1417320"/>
            <a:ext cx="8412480" cy="292608"/>
          </a:xfrm>
          <a:prstGeom prst="rect">
            <a:avLst/>
          </a:prstGeom>
          <a:solidFill>
            <a:srgbClr val="1C1C1C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88720" y="145389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ubuntu-server — root@haye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48640" y="1709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iptables -A INPUT -p icmp --icmp-type echo-request -j DROP</a:t>
            </a:r>
            <a:endParaRPr lang="en-US" sz="1150" dirty="0">
              <a:solidFill>
                <a:srgbClr val="92D050"/>
              </a:solidFill>
            </a:endParaRPr>
          </a:p>
        </p:txBody>
      </p:sp>
      <p:sp>
        <p:nvSpPr>
          <p:cNvPr id="38" name="Text 35"/>
          <p:cNvSpPr/>
          <p:nvPr/>
        </p:nvSpPr>
        <p:spPr>
          <a:xfrm>
            <a:off x="50292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365760" y="3063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Avant le blocage :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754880" y="3063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Après le blocage :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65760" y="3310128"/>
            <a:ext cx="4023360" cy="1417320"/>
          </a:xfrm>
          <a:prstGeom prst="rect">
            <a:avLst/>
          </a:prstGeom>
          <a:solidFill>
            <a:srgbClr val="0A0A0A"/>
          </a:solidFill>
          <a:ln w="15240">
            <a:solidFill>
              <a:srgbClr val="00FF41"/>
            </a:solidFill>
            <a:prstDash val="solid"/>
          </a:ln>
          <a:effectLst>
            <a:outerShdw blurRad="254000" dist="50800" dir="8100000" algn="bl" rotWithShape="0">
              <a:srgbClr val="00FF41">
                <a:alpha val="3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365760" y="3310128"/>
            <a:ext cx="4023360" cy="292608"/>
          </a:xfrm>
          <a:prstGeom prst="rect">
            <a:avLst/>
          </a:prstGeom>
          <a:solidFill>
            <a:srgbClr val="1C1C1C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188720" y="33467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192.168.88.128</a:t>
            </a:r>
            <a:endParaRPr lang="en-US" sz="900" dirty="0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93592"/>
            <a:ext cx="3840480" cy="1051560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4754880" y="3310128"/>
            <a:ext cx="4023360" cy="1417320"/>
          </a:xfrm>
          <a:prstGeom prst="rect">
            <a:avLst/>
          </a:prstGeom>
          <a:solidFill>
            <a:srgbClr val="0A0A0A"/>
          </a:solidFill>
          <a:ln w="15240">
            <a:solidFill>
              <a:srgbClr val="00FF41"/>
            </a:solidFill>
            <a:prstDash val="solid"/>
          </a:ln>
          <a:effectLst>
            <a:outerShdw blurRad="254000" dist="50800" dir="8100000" algn="bl" rotWithShape="0">
              <a:srgbClr val="00FF41">
                <a:alpha val="30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4754880" y="3310128"/>
            <a:ext cx="4023360" cy="292608"/>
          </a:xfrm>
          <a:prstGeom prst="rect">
            <a:avLst/>
          </a:prstGeom>
          <a:solidFill>
            <a:srgbClr val="1C1C1C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577840" y="33467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192.168.88.128 (bloqué)</a:t>
            </a:r>
            <a:endParaRPr lang="en-US" sz="900" dirty="0"/>
          </a:p>
        </p:txBody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593592"/>
            <a:ext cx="38404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04 // INSTALLATION DU SERVEUR WEB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SERVEUR WEB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274320" y="1216152"/>
            <a:ext cx="411480" cy="4114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1143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Installation d'Apache2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" y="1417320"/>
            <a:ext cx="7955280" cy="502920"/>
          </a:xfrm>
          <a:prstGeom prst="rect">
            <a:avLst/>
          </a:prstGeom>
          <a:solidFill>
            <a:srgbClr val="0A0A0A"/>
          </a:solidFill>
          <a:ln w="10160">
            <a:solidFill>
              <a:srgbClr val="00C8FF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14630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update &amp;&amp; sudo apt install apache2 -y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2103120"/>
            <a:ext cx="411480" cy="411480"/>
          </a:xfrm>
          <a:prstGeom prst="ellipse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2960" y="2029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Configuration port non standard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" y="2304288"/>
            <a:ext cx="7955280" cy="502920"/>
          </a:xfrm>
          <a:prstGeom prst="rect">
            <a:avLst/>
          </a:prstGeom>
          <a:solidFill>
            <a:srgbClr val="0A0A0A"/>
          </a:solidFill>
          <a:ln w="10160">
            <a:solidFill>
              <a:srgbClr val="00FF41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23500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nano /etc/apache2/ports.conf  →  Listen 8081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2990088"/>
            <a:ext cx="411480" cy="4114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2960" y="291693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Création de la page flag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2960" y="3191256"/>
            <a:ext cx="7955280" cy="502920"/>
          </a:xfrm>
          <a:prstGeom prst="rect">
            <a:avLst/>
          </a:prstGeom>
          <a:solidFill>
            <a:srgbClr val="0A0A0A"/>
          </a:solidFill>
          <a:ln w="10160">
            <a:solidFill>
              <a:srgbClr val="FFD700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" y="323697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"&lt;h1&gt;FLAG{scan_detected_successfully}&lt;/h1&gt;" | sudo tee /var/www/html/index.html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3877056"/>
            <a:ext cx="411480" cy="411480"/>
          </a:xfrm>
          <a:prstGeom prst="ellipse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2960" y="38039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Redémarrage du service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2960" y="4078224"/>
            <a:ext cx="7955280" cy="502920"/>
          </a:xfrm>
          <a:prstGeom prst="rect">
            <a:avLst/>
          </a:prstGeom>
          <a:solidFill>
            <a:srgbClr val="0A0A0A"/>
          </a:solidFill>
          <a:ln w="10160">
            <a:solidFill>
              <a:srgbClr val="00FF41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412394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systemctl restart apache2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74320" y="46451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Installation Apache2 :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04 // PREUVES D'INSTALLATION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CAPTURES D'ÉCRAN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228600" y="1170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 install apache2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1417320"/>
            <a:ext cx="2834640" cy="3337560"/>
          </a:xfrm>
          <a:prstGeom prst="rect">
            <a:avLst/>
          </a:prstGeom>
          <a:solidFill>
            <a:srgbClr val="0A0A0A"/>
          </a:solidFill>
          <a:ln w="15240">
            <a:solidFill>
              <a:srgbClr val="00FF41"/>
            </a:solidFill>
            <a:prstDash val="solid"/>
          </a:ln>
          <a:effectLst>
            <a:outerShdw blurRad="254000" dist="50800" dir="8100000" algn="bl" rotWithShape="0">
              <a:srgbClr val="00FF41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1417320"/>
            <a:ext cx="2834640" cy="292608"/>
          </a:xfrm>
          <a:prstGeom prst="rect">
            <a:avLst/>
          </a:prstGeom>
          <a:solidFill>
            <a:srgbClr val="1C1C1C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" y="149961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49961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" y="1499616"/>
            <a:ext cx="109728" cy="10972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691640"/>
            <a:ext cx="2688336" cy="29718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3200400" y="1170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apache2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200400" y="1417320"/>
            <a:ext cx="2834640" cy="3337560"/>
          </a:xfrm>
          <a:prstGeom prst="rect">
            <a:avLst/>
          </a:prstGeom>
          <a:solidFill>
            <a:srgbClr val="0A0A0A"/>
          </a:solidFill>
          <a:ln w="15240">
            <a:solidFill>
              <a:srgbClr val="00FF41"/>
            </a:solidFill>
            <a:prstDash val="solid"/>
          </a:ln>
          <a:effectLst>
            <a:outerShdw blurRad="254000" dist="50800" dir="8100000" algn="bl" rotWithShape="0">
              <a:srgbClr val="00FF41">
                <a:alpha val="3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200400" y="1417320"/>
            <a:ext cx="2834640" cy="292608"/>
          </a:xfrm>
          <a:prstGeom prst="rect">
            <a:avLst/>
          </a:prstGeom>
          <a:solidFill>
            <a:srgbClr val="1C1C1C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310128" y="149961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511296" y="149961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712464" y="1499616"/>
            <a:ext cx="109728" cy="10972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691640"/>
            <a:ext cx="2688336" cy="297180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172200" y="1170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FLAG &gt; index.html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6172200" y="1417320"/>
            <a:ext cx="2834640" cy="3337560"/>
          </a:xfrm>
          <a:prstGeom prst="rect">
            <a:avLst/>
          </a:prstGeom>
          <a:solidFill>
            <a:srgbClr val="0A0A0A"/>
          </a:solidFill>
          <a:ln w="15240">
            <a:solidFill>
              <a:srgbClr val="00FF41"/>
            </a:solidFill>
            <a:prstDash val="solid"/>
          </a:ln>
          <a:effectLst>
            <a:outerShdw blurRad="254000" dist="50800" dir="8100000" algn="bl" rotWithShape="0">
              <a:srgbClr val="00FF41">
                <a:alpha val="30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6172200" y="1417320"/>
            <a:ext cx="2834640" cy="292608"/>
          </a:xfrm>
          <a:prstGeom prst="rect">
            <a:avLst/>
          </a:prstGeom>
          <a:solidFill>
            <a:srgbClr val="1C1C1C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281928" y="149961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483096" y="149961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684264" y="1499616"/>
            <a:ext cx="109728" cy="10972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691640"/>
            <a:ext cx="2688336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05 // SCAN RÉSEAU SANS PING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NMAP -Pn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65760" y="1115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Décomposition de la commande 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1371600"/>
            <a:ext cx="2011680" cy="777240"/>
          </a:xfrm>
          <a:prstGeom prst="rect">
            <a:avLst/>
          </a:prstGeom>
          <a:solidFill>
            <a:srgbClr val="1414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1426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Mapper – outil de découverte réseau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50592" y="1371600"/>
            <a:ext cx="2011680" cy="77724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1426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42032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Scan furtif (half-open)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26864" y="1371600"/>
            <a:ext cx="2011680" cy="777240"/>
          </a:xfrm>
          <a:prstGeom prst="rect">
            <a:avLst/>
          </a:prstGeom>
          <a:solidFill>
            <a:srgbClr val="141428"/>
          </a:solidFill>
          <a:ln w="12700">
            <a:solidFill>
              <a:srgbClr val="FF4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1426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18304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ping – ne vérifie pas si l'hôte est up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03136" y="1371600"/>
            <a:ext cx="2011680" cy="777240"/>
          </a:xfrm>
          <a:prstGeom prst="rect">
            <a:avLst/>
          </a:prstGeom>
          <a:solidFill>
            <a:srgbClr val="141428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94576" y="1426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192.168.88.0/24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94576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tout le sous-réseau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2331720"/>
            <a:ext cx="8595360" cy="566928"/>
          </a:xfrm>
          <a:prstGeom prst="rect">
            <a:avLst/>
          </a:prstGeom>
          <a:solidFill>
            <a:srgbClr val="0A0A0A"/>
          </a:solidFill>
          <a:ln w="15240">
            <a:solidFill>
              <a:srgbClr val="00FF41"/>
            </a:solidFill>
            <a:prstDash val="solid"/>
          </a:ln>
          <a:effectLst>
            <a:outerShdw blurRad="254000" dist="50800" dir="8100000" algn="bl" rotWithShape="0">
              <a:srgbClr val="00FF41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2331720"/>
            <a:ext cx="8595360" cy="292608"/>
          </a:xfrm>
          <a:prstGeom prst="rect">
            <a:avLst/>
          </a:prstGeom>
          <a:solidFill>
            <a:srgbClr val="1C1C1C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236829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 — sudo nmap -sS -Pn 192.168.88.0/24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2578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nmap -sS -Pn 192.168.88.0/24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65760" y="3017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Résultat du scan – port 8081 découvert :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74320" y="3273552"/>
            <a:ext cx="8595360" cy="1508760"/>
          </a:xfrm>
          <a:prstGeom prst="rect">
            <a:avLst/>
          </a:prstGeom>
          <a:solidFill>
            <a:srgbClr val="0A0A0A"/>
          </a:solidFill>
          <a:ln w="15240">
            <a:solidFill>
              <a:srgbClr val="00FF41"/>
            </a:solidFill>
            <a:prstDash val="solid"/>
          </a:ln>
          <a:effectLst>
            <a:outerShdw blurRad="254000" dist="50800" dir="8100000" algn="bl" rotWithShape="0">
              <a:srgbClr val="00FF41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74320" y="3273552"/>
            <a:ext cx="8595360" cy="292608"/>
          </a:xfrm>
          <a:prstGeom prst="rect">
            <a:avLst/>
          </a:prstGeom>
          <a:solidFill>
            <a:srgbClr val="1C1C1C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97280" y="331012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scan output</a:t>
            </a:r>
            <a:endParaRPr lang="en-US" sz="900" dirty="0"/>
          </a:p>
        </p:txBody>
      </p:sp>
      <p:pic>
        <p:nvPicPr>
          <p:cNvPr id="5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547872"/>
            <a:ext cx="8412480" cy="1170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 8081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274320" y="1143000"/>
            <a:ext cx="8595360" cy="566928"/>
          </a:xfrm>
          <a:prstGeom prst="rect">
            <a:avLst/>
          </a:prstGeom>
          <a:solidFill>
            <a:srgbClr val="0A0A0A"/>
          </a:solidFill>
          <a:ln w="15240">
            <a:solidFill>
              <a:srgbClr val="00FF41"/>
            </a:solidFill>
            <a:prstDash val="solid"/>
          </a:ln>
          <a:effectLst>
            <a:outerShdw blurRad="254000" dist="50800" dir="8100000" algn="bl" rotWithShape="0">
              <a:srgbClr val="00FF41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1143000"/>
            <a:ext cx="8595360" cy="292608"/>
          </a:xfrm>
          <a:prstGeom prst="rect">
            <a:avLst/>
          </a:prstGeom>
          <a:solidFill>
            <a:srgbClr val="1C1C1C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22529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" y="122529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" y="1225296"/>
            <a:ext cx="109728" cy="10972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117957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 — nmap -p 8081 192.168.88.128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1389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nmap -p 8081 192.168.88.128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1828800"/>
            <a:ext cx="8595360" cy="1417320"/>
          </a:xfrm>
          <a:prstGeom prst="rect">
            <a:avLst/>
          </a:prstGeom>
          <a:solidFill>
            <a:srgbClr val="0A0A0A"/>
          </a:solidFill>
          <a:ln w="15240">
            <a:solidFill>
              <a:srgbClr val="00FF41"/>
            </a:solidFill>
            <a:prstDash val="solid"/>
          </a:ln>
          <a:effectLst>
            <a:outerShdw blurRad="254000" dist="50800" dir="8100000" algn="bl" rotWithShape="0">
              <a:srgbClr val="00FF41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1828800"/>
            <a:ext cx="8595360" cy="292608"/>
          </a:xfrm>
          <a:prstGeom prst="rect">
            <a:avLst/>
          </a:prstGeom>
          <a:solidFill>
            <a:srgbClr val="1C1C1C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191109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5216" y="191109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" y="1911096"/>
            <a:ext cx="109728" cy="10972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186537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résultat</a:t>
            </a:r>
            <a:endParaRPr lang="en-US" sz="90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03120"/>
            <a:ext cx="8412480" cy="1069848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274320" y="3401568"/>
            <a:ext cx="3840480" cy="594360"/>
          </a:xfrm>
          <a:prstGeom prst="rect">
            <a:avLst/>
          </a:prstGeom>
          <a:solidFill>
            <a:srgbClr val="001500"/>
          </a:solidFill>
          <a:ln w="19050">
            <a:solidFill>
              <a:srgbClr val="00FF4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11480" y="3474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8081/tcp  →  OPEN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4754880" y="3401568"/>
            <a:ext cx="4114800" cy="594360"/>
          </a:xfrm>
          <a:prstGeom prst="rect">
            <a:avLst/>
          </a:prstGeom>
          <a:solidFill>
            <a:srgbClr val="0A0A2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46320" y="3474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détecté : blackice-icap (Apache)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365760" y="41605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L'hôte est bien actif malgré le blocage ICMP. Nmap -Pn contourne le filtrage.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D700">
                <a:alpha val="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06 // RÉSULTAT &amp; FLAG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🏁  FLAG CAPTURÉ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097280" y="12252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 — curl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1435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http://192.168.88.128:8081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193852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FLAG{scan_detected_successfully}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365760" y="2944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Accès depuis le navigateur Kali 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200400"/>
            <a:ext cx="8595360" cy="1536192"/>
          </a:xfrm>
          <a:prstGeom prst="rect">
            <a:avLst/>
          </a:prstGeom>
          <a:solidFill>
            <a:srgbClr val="0A0A0A"/>
          </a:solidFill>
          <a:ln w="15240">
            <a:solidFill>
              <a:srgbClr val="00FF41"/>
            </a:solidFill>
            <a:prstDash val="solid"/>
          </a:ln>
          <a:effectLst>
            <a:outerShdw blurRad="254000" dist="50800" dir="8100000" algn="bl" rotWithShape="0">
              <a:srgbClr val="00FF41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200400"/>
            <a:ext cx="8595360" cy="292608"/>
          </a:xfrm>
          <a:prstGeom prst="rect">
            <a:avLst/>
          </a:prstGeom>
          <a:solidFill>
            <a:srgbClr val="1C1C1C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323697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http://192.168.88.128:8081</a:t>
            </a:r>
            <a:endParaRPr lang="en-US" sz="9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83864"/>
            <a:ext cx="841248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07 // COMMANDES UTILISÉES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CHEAT SHEET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274320" y="1188720"/>
            <a:ext cx="2011680" cy="347472"/>
          </a:xfrm>
          <a:prstGeom prst="rect">
            <a:avLst/>
          </a:prstGeom>
          <a:solidFill>
            <a:srgbClr val="141428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2344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initial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31720" y="1188720"/>
            <a:ext cx="6537960" cy="347472"/>
          </a:xfrm>
          <a:prstGeom prst="rect">
            <a:avLst/>
          </a:prstGeom>
          <a:solidFill>
            <a:srgbClr val="0A0A0A"/>
          </a:solidFill>
          <a:ln w="6350">
            <a:solidFill>
              <a:srgbClr val="00C8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12344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ping 192.168.88.128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1604772"/>
            <a:ext cx="2011680" cy="347472"/>
          </a:xfrm>
          <a:prstGeom prst="rect">
            <a:avLst/>
          </a:prstGeom>
          <a:solidFill>
            <a:srgbClr val="141428"/>
          </a:solidFill>
          <a:ln w="10160">
            <a:solidFill>
              <a:srgbClr val="FF4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16504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Blocage ICMP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331720" y="1604772"/>
            <a:ext cx="6537960" cy="347472"/>
          </a:xfrm>
          <a:prstGeom prst="rect">
            <a:avLst/>
          </a:prstGeom>
          <a:solidFill>
            <a:srgbClr val="0A0A0A"/>
          </a:solidFill>
          <a:ln w="6350">
            <a:solidFill>
              <a:srgbClr val="FF4040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23160" y="165049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iptables -A INPUT -p icmp --icmp-type echo-request -j DROP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020824"/>
            <a:ext cx="2011680" cy="347472"/>
          </a:xfrm>
          <a:prstGeom prst="rect">
            <a:avLst/>
          </a:prstGeom>
          <a:solidFill>
            <a:srgbClr val="141428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0665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Installation Apache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331720" y="2020824"/>
            <a:ext cx="6537960" cy="347472"/>
          </a:xfrm>
          <a:prstGeom prst="rect">
            <a:avLst/>
          </a:prstGeom>
          <a:solidFill>
            <a:srgbClr val="0A0A0A"/>
          </a:solidFill>
          <a:ln w="6350">
            <a:solidFill>
              <a:srgbClr val="00C8FF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2066544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update &amp;&amp; sudo apt install apache2 -y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2436876"/>
            <a:ext cx="2011680" cy="347472"/>
          </a:xfrm>
          <a:prstGeom prst="rect">
            <a:avLst/>
          </a:prstGeom>
          <a:solidFill>
            <a:srgbClr val="141428"/>
          </a:solidFill>
          <a:ln w="10160">
            <a:solidFill>
              <a:srgbClr val="6A6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24825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port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31720" y="2436876"/>
            <a:ext cx="6537960" cy="347472"/>
          </a:xfrm>
          <a:prstGeom prst="rect">
            <a:avLst/>
          </a:prstGeom>
          <a:solidFill>
            <a:srgbClr val="0A0A0A"/>
          </a:solidFill>
          <a:ln w="6350">
            <a:solidFill>
              <a:srgbClr val="6A6A8A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23160" y="2482596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nano /etc/apache2/ports.conf  →  Listen 8081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2852928"/>
            <a:ext cx="2011680" cy="347472"/>
          </a:xfrm>
          <a:prstGeom prst="rect">
            <a:avLst/>
          </a:prstGeom>
          <a:solidFill>
            <a:srgbClr val="141428"/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28986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Création flag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331720" y="2852928"/>
            <a:ext cx="6537960" cy="347472"/>
          </a:xfrm>
          <a:prstGeom prst="rect">
            <a:avLst/>
          </a:prstGeom>
          <a:solidFill>
            <a:srgbClr val="0A0A0A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23160" y="289864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"&lt;h1&gt;FLAG{scan_detected_successfully}&lt;/h1&gt;" | sudo tee /var/www/html/index.html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3268980"/>
            <a:ext cx="2011680" cy="347472"/>
          </a:xfrm>
          <a:prstGeom prst="rect">
            <a:avLst/>
          </a:prstGeom>
          <a:solidFill>
            <a:srgbClr val="141428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33147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 Apache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331720" y="3268980"/>
            <a:ext cx="6537960" cy="347472"/>
          </a:xfrm>
          <a:prstGeom prst="rect">
            <a:avLst/>
          </a:prstGeom>
          <a:solidFill>
            <a:srgbClr val="0A0A0A"/>
          </a:solidFill>
          <a:ln w="6350">
            <a:solidFill>
              <a:srgbClr val="00C8FF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23160" y="331470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systemctl restart apache2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3685032"/>
            <a:ext cx="2011680" cy="347472"/>
          </a:xfrm>
          <a:prstGeom prst="rect">
            <a:avLst/>
          </a:prstGeom>
          <a:solidFill>
            <a:srgbClr val="141428"/>
          </a:solidFill>
          <a:ln w="10160">
            <a:solidFill>
              <a:srgbClr val="00FF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7307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réseau -Pn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331720" y="3685032"/>
            <a:ext cx="6537960" cy="347472"/>
          </a:xfrm>
          <a:prstGeom prst="rect">
            <a:avLst/>
          </a:prstGeom>
          <a:solidFill>
            <a:srgbClr val="0A0A0A"/>
          </a:solidFill>
          <a:ln w="6350">
            <a:solidFill>
              <a:srgbClr val="00FF41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23160" y="373075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nmap -sS -Pn 192.168.88.0/24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101084"/>
            <a:ext cx="2011680" cy="347472"/>
          </a:xfrm>
          <a:prstGeom prst="rect">
            <a:avLst/>
          </a:prstGeom>
          <a:solidFill>
            <a:srgbClr val="141428"/>
          </a:solidFill>
          <a:ln w="10160">
            <a:solidFill>
              <a:srgbClr val="00FF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" y="41468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Vérif ciblée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331720" y="4101084"/>
            <a:ext cx="6537960" cy="347472"/>
          </a:xfrm>
          <a:prstGeom prst="rect">
            <a:avLst/>
          </a:prstGeom>
          <a:solidFill>
            <a:srgbClr val="0A0A0A"/>
          </a:solidFill>
          <a:ln w="6350">
            <a:solidFill>
              <a:srgbClr val="00FF41">
                <a:alpha val="5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23160" y="4146804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nmap -p 8081 192.168.88.128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517136"/>
            <a:ext cx="2011680" cy="347472"/>
          </a:xfrm>
          <a:prstGeom prst="rect">
            <a:avLst/>
          </a:prstGeom>
          <a:solidFill>
            <a:srgbClr val="141428"/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5628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Récupération flag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331720" y="4517136"/>
            <a:ext cx="6537960" cy="347472"/>
          </a:xfrm>
          <a:prstGeom prst="rect">
            <a:avLst/>
          </a:prstGeom>
          <a:solidFill>
            <a:srgbClr val="0A0A0A"/>
          </a:solidFill>
          <a:ln w="635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23160" y="4562856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http://192.168.88.128:8081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157216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8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758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conclusion.txt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" y="11155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5" name="Shape 43"/>
          <p:cNvSpPr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solidFill>
            <a:srgbClr val="0F0F20"/>
          </a:solidFill>
          <a:ln w="10160">
            <a:solidFill>
              <a:srgbClr val="00FF4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0" y="1828800"/>
            <a:ext cx="54864" cy="5486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192024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 filtrage ICMP (iptables) empêche la détection par ping standard.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31520" y="2487168"/>
            <a:ext cx="7315200" cy="548640"/>
          </a:xfrm>
          <a:prstGeom prst="rect">
            <a:avLst/>
          </a:prstGeom>
          <a:solidFill>
            <a:srgbClr val="0F0F20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" y="2487168"/>
            <a:ext cx="54864" cy="5486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257860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Nmap -Pn permet de scanner un hôte sans vérification préalable via ICMP.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31520" y="3145536"/>
            <a:ext cx="7315200" cy="548640"/>
          </a:xfrm>
          <a:prstGeom prst="rect">
            <a:avLst/>
          </a:prstGeom>
          <a:solidFill>
            <a:srgbClr val="0F0F20"/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1520" y="3145536"/>
            <a:ext cx="54864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323697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Les ports non standard (8081) peuvent dissimuler des services sensibles.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31520" y="3803904"/>
            <a:ext cx="7315200" cy="548640"/>
          </a:xfrm>
          <a:prstGeom prst="rect">
            <a:avLst/>
          </a:prstGeom>
          <a:solidFill>
            <a:srgbClr val="0F0F20"/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" y="3803904"/>
            <a:ext cx="54864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" y="389534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🏁  Flag récupéré : FLAG{scan_detected_successfully}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22960" y="4526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Challenge terminé avec succès. 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736</Words>
  <Application>Microsoft Office PowerPoint</Application>
  <PresentationFormat>Affichage à l'écran (16:9)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Orliane MWETSE U MAVUNGU</cp:lastModifiedBy>
  <cp:revision>2</cp:revision>
  <dcterms:created xsi:type="dcterms:W3CDTF">2026-04-29T00:00:58Z</dcterms:created>
  <dcterms:modified xsi:type="dcterms:W3CDTF">2026-04-29T14:53:00Z</dcterms:modified>
</cp:coreProperties>
</file>