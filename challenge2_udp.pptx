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 UDP &amp; TFTP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d'un service UDP caché et récupération d'un flag via TFTP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8229600" cy="1417320"/>
          </a:xfrm>
          <a:prstGeom prst="rect">
            <a:avLst/>
          </a:prstGeom>
          <a:solidFill>
            <a:srgbClr val="243056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Haye Fall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LICC2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Professeur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Cissé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BEM.TECH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1005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du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rapport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502920"/>
            <a:ext cx="557784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502920"/>
            <a:ext cx="5029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594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94760" y="612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1252728"/>
            <a:ext cx="557784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252728"/>
            <a:ext cx="5029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344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4760" y="13624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réseau UDP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2002536"/>
            <a:ext cx="557784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2002536"/>
            <a:ext cx="5029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0939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21122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TFTP Server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2752344"/>
            <a:ext cx="557784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2752344"/>
            <a:ext cx="5029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84378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94760" y="2862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Permissions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3502152"/>
            <a:ext cx="557784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3502152"/>
            <a:ext cx="5029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593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94760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Déblocage iptables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0" y="4251960"/>
            <a:ext cx="557784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4251960"/>
            <a:ext cx="50292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4343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94760" y="4361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du FLAG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—  OBJECTIF DU CHALLENGE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9748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26974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le service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un service UDP actif sur la machine cible (192.168.88.128), sur un port entre 0 et 100.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9748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234440"/>
            <a:ext cx="26974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173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📁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3756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le flag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6060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le service identifié, l'utiliser pour télécharger le fichier flag.txt depuis le serveur.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234440"/>
            <a:ext cx="269748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234440"/>
            <a:ext cx="269748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4173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Contourner les obstacles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6060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a des règles iptables actives et le service TFTP n'est pas encore configuré.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800600"/>
            <a:ext cx="8503920" cy="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—  SCAN RÉSEAU UDP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16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nmap -sU -p 53,67,68,69,111 -sV 192.168.88.128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du scan — Port 69/UDP (TFTP) détecté 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40280"/>
            <a:ext cx="8503920" cy="2606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892040"/>
            <a:ext cx="3200400" cy="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—  INSTALLATION DU SERVEUR TFTP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du serveur TFTP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481328"/>
            <a:ext cx="38404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270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install tftpd-hpa -y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2677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du dossier partagé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487168"/>
            <a:ext cx="38404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532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mkdir -p /srv/tftp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27355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du fichier flag.txt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493008"/>
            <a:ext cx="38404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5387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"FLAG{...}" | sudo tee /srv/tftp/flag.txt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1115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— Installation :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417320"/>
            <a:ext cx="393192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—  CONFIGURATION &amp; PERMISSIONS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chown :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89888"/>
            <a:ext cx="4114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1097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du service :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89888"/>
            <a:ext cx="4114800" cy="1828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4015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appliquées :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20040" y="3675888"/>
            <a:ext cx="85039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3721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chown -R tftp:tftp /srv/tftp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0040" y="4114800"/>
            <a:ext cx="85039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4160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chmod 755 /srv/tftp &amp;&amp; sudo chmod 644 /srv/tftp/flag.txt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" y="4553712"/>
            <a:ext cx="85039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599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systemctl restart tftpd-hpa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—  DÉBLOCAGE IPTABLES (PORT 69 UDP)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Problème détecté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904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port 69 UDP était absent des règles iptables — le trafic TFTP était bloqué silencieusement.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411480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 appliquée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4904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d'une règle iptables pour autoriser le port 69 UDP en entrée.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85039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iptables -A INPUT -p udp --dport 69 -j ACCEPT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 la règle :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127248"/>
            <a:ext cx="85039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—  CAPTURE DU FLAG 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atftp --get --remote-file flag.txt --local-file flag.txt 192.168.88.128  &amp;&amp;  cat flag.txt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719072"/>
            <a:ext cx="8503920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840480"/>
            <a:ext cx="8503920" cy="9144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9502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FLAG{tftp_udp_challenge_success}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du Challenge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321040" cy="530352"/>
          </a:xfrm>
          <a:prstGeom prst="rect">
            <a:avLst/>
          </a:prstGeom>
          <a:solidFill>
            <a:srgbClr val="24305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Scan nmap -sU révèle le port 69/UDP (TFTP) sur la cible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8321040" cy="530352"/>
          </a:xfrm>
          <a:prstGeom prst="rect">
            <a:avLst/>
          </a:prstGeom>
          <a:solidFill>
            <a:srgbClr val="24305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957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Installation et configuration de tftpd-hpa sur Ubuntu Server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62656"/>
            <a:ext cx="8321040" cy="530352"/>
          </a:xfrm>
          <a:prstGeom prst="rect">
            <a:avLst/>
          </a:prstGeom>
          <a:solidFill>
            <a:srgbClr val="24305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5409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Correction des permissions (chown tftp:tftp /srv/tftp)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21024"/>
            <a:ext cx="8321040" cy="530352"/>
          </a:xfrm>
          <a:prstGeom prst="rect">
            <a:avLst/>
          </a:prstGeom>
          <a:solidFill>
            <a:srgbClr val="24305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1246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Règle iptables ajoutée : autoriser UDP port 69 en entrée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279392"/>
            <a:ext cx="8321040" cy="530352"/>
          </a:xfrm>
          <a:prstGeom prst="rect">
            <a:avLst/>
          </a:prstGeom>
          <a:solidFill>
            <a:srgbClr val="24305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708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FLAG capturé avec atftp : FLAG{tftp_udp_challenge_success}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2026-05-06T09:19:44Z</dcterms:created>
  <dcterms:modified xsi:type="dcterms:W3CDTF">2026-05-06T09:19:44Z</dcterms:modified>
</cp:coreProperties>
</file>